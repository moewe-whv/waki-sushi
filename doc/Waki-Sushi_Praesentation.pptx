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211E1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731520"/>
            <a:ext cx="3200400" cy="320040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1005840" cy="100584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5" name="Image 0" descr="/home/claude/waki-sushi-deck/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141503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23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PROGRAMMIEREN EINES SNACKAUTOMATEN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7889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Waki-Sushi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Snackautomat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UML zu Python — Klassen, Sequenzen und ein Automat, der tatsächlich Wechselgeld rausgibt.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349240"/>
            <a:ext cx="2743200" cy="0"/>
          </a:xfrm>
          <a:prstGeom prst="line">
            <a:avLst/>
          </a:prstGeom>
          <a:noFill/>
          <a:ln w="19050">
            <a:solidFill>
              <a:srgbClr val="2A26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532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3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Jesse &amp; Tim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852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IBB Wilhelmshaven  ·  Fachinformatiker Anwendungsentwicklung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" name="Image 0" descr="/home/claude/waki-sushi-deck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64693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euch heute erwartet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211E1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594360" cy="59436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9" name="Image 1" descr="/home/claude/waki-sushi-deck/icons/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51" y="2694051"/>
            <a:ext cx="326898" cy="3268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337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Projektvorstellung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1520" y="3931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Aufgabe, Architektur &amp; Aufteilung im Team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364992" y="18745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211E18"/>
          </a:solidFill>
          <a:ln/>
        </p:spPr>
      </p:sp>
      <p:sp>
        <p:nvSpPr>
          <p:cNvPr id="13" name="Text 9"/>
          <p:cNvSpPr/>
          <p:nvPr/>
        </p:nvSpPr>
        <p:spPr>
          <a:xfrm>
            <a:off x="3547872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3547872" y="2560320"/>
            <a:ext cx="594360" cy="59436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5" name="Image 2" descr="/home/claude/waki-sushi-deck/icons/b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603" y="2694051"/>
            <a:ext cx="326898" cy="3268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47872" y="3337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Schwierigkeiten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547872" y="3931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Diagrammfehler, Kommunikation &amp; Zeitdruck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81344" y="18745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211E18"/>
          </a:solidFill>
          <a:ln/>
        </p:spPr>
      </p:sp>
      <p:sp>
        <p:nvSpPr>
          <p:cNvPr id="19" name="Text 14"/>
          <p:cNvSpPr/>
          <p:nvPr/>
        </p:nvSpPr>
        <p:spPr>
          <a:xfrm>
            <a:off x="6364224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6364224" y="2560320"/>
            <a:ext cx="594360" cy="59436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21" name="Image 3" descr="/home/claude/waki-sushi-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955" y="269405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64224" y="3337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Lösungen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64224" y="3931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wir die Stolpersteine aus dem Weg geräumt haben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997696" y="18745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211E18"/>
          </a:solidFill>
          <a:ln/>
        </p:spPr>
      </p:sp>
      <p:sp>
        <p:nvSpPr>
          <p:cNvPr id="25" name="Text 19"/>
          <p:cNvSpPr/>
          <p:nvPr/>
        </p:nvSpPr>
        <p:spPr>
          <a:xfrm>
            <a:off x="9180576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Shape 20"/>
          <p:cNvSpPr/>
          <p:nvPr/>
        </p:nvSpPr>
        <p:spPr>
          <a:xfrm>
            <a:off x="9180576" y="2560320"/>
            <a:ext cx="594360" cy="59436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27" name="Image 4" descr="/home/claude/waki-sushi-deck/icons/light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4307" y="2694051"/>
            <a:ext cx="326898" cy="32689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80576" y="3337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Fazit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9180576" y="3931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Gelernte Lektionen &amp; was wir künftig besser machen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48640" y="5440680"/>
            <a:ext cx="11009376" cy="685800"/>
          </a:xfrm>
          <a:prstGeom prst="roundRect">
            <a:avLst>
              <a:gd name="adj" fmla="val 13333"/>
            </a:avLst>
          </a:prstGeom>
          <a:solidFill>
            <a:srgbClr val="C1272D"/>
          </a:solidFill>
          <a:ln/>
        </p:spPr>
      </p:sp>
      <p:sp>
        <p:nvSpPr>
          <p:cNvPr id="31" name="Text 24"/>
          <p:cNvSpPr/>
          <p:nvPr/>
        </p:nvSpPr>
        <p:spPr>
          <a:xfrm>
            <a:off x="822960" y="54406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10 Minuten Präsentation</a:t>
            </a:r>
            <a:pPr indent="0" marL="0">
              <a:buNone/>
            </a:pPr>
            <a:r>
              <a:rPr lang="en-US" sz="1400" dirty="0">
                <a:solidFill>
                  <a:srgbClr val="F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danach offene Diskussion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WAKI-SUSHI SNACKAUTOMAT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" name="Image 0" descr="/home/claude/waki-sushi-deck/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64693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PROJEKTVORSTELLUNG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Aufgabe: Snackautomaten-Netzwerk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Snackautomaten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Betreibers „Waki-Sushi“ stehen verteilt über Campus und Studentenunterkünfte.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 mit der lizenzierten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dem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Uni-Netzwerk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verbunden — untereinander dürfen die Automaten aus Datenschutzgründen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kommunizieren.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03520" y="3246120"/>
            <a:ext cx="1371600" cy="137160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8" name="Image 1" descr="/home/claude/waki-sushi-deck/icons/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3589020"/>
            <a:ext cx="685800" cy="685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Snackautomat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22960" y="3246120"/>
            <a:ext cx="1371600" cy="1371600"/>
          </a:xfrm>
          <a:prstGeom prst="ellipse">
            <a:avLst/>
          </a:prstGeom>
          <a:solidFill>
            <a:srgbClr val="2A2620"/>
          </a:solidFill>
          <a:ln/>
        </p:spPr>
      </p:sp>
      <p:pic>
        <p:nvPicPr>
          <p:cNvPr id="11" name="Image 2" descr="/home/claude/waki-sushi-deck/icons/ba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3589020"/>
            <a:ext cx="685800" cy="685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76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65760" y="4983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Kartenzahlung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8138160" y="3246120"/>
            <a:ext cx="1371600" cy="1371600"/>
          </a:xfrm>
          <a:prstGeom prst="ellipse">
            <a:avLst/>
          </a:prstGeom>
          <a:solidFill>
            <a:srgbClr val="2A2620"/>
          </a:solidFill>
          <a:ln/>
        </p:spPr>
      </p:sp>
      <p:pic>
        <p:nvPicPr>
          <p:cNvPr id="15" name="Image 3" descr="/home/claude/waki-sushi-deck/icons/wif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060" y="3589020"/>
            <a:ext cx="685800" cy="6858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8096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Uni-Netzwerk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7680960" y="4983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 + Datenbank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2194560" y="3931920"/>
            <a:ext cx="3108960" cy="0"/>
          </a:xfrm>
          <a:prstGeom prst="line">
            <a:avLst/>
          </a:prstGeom>
          <a:noFill/>
          <a:ln w="25400">
            <a:solidFill>
              <a:srgbClr val="2A262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675120" y="3931920"/>
            <a:ext cx="1463040" cy="0"/>
          </a:xfrm>
          <a:prstGeom prst="line">
            <a:avLst/>
          </a:prstGeom>
          <a:noFill/>
          <a:ln w="25400">
            <a:solidFill>
              <a:srgbClr val="2A262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138160" y="3931920"/>
            <a:ext cx="0" cy="0"/>
          </a:xfrm>
          <a:prstGeom prst="line">
            <a:avLst/>
          </a:prstGeom>
          <a:noFill/>
          <a:ln w="25400">
            <a:solidFill>
              <a:srgbClr val="2A262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675120" y="3931920"/>
            <a:ext cx="1463040" cy="0"/>
          </a:xfrm>
          <a:prstGeom prst="line">
            <a:avLst/>
          </a:prstGeom>
          <a:noFill/>
          <a:ln w="25400">
            <a:solidFill>
              <a:srgbClr val="2A262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366760" y="5577840"/>
            <a:ext cx="914400" cy="914400"/>
          </a:xfrm>
          <a:prstGeom prst="ellipse">
            <a:avLst/>
          </a:prstGeom>
          <a:solidFill>
            <a:srgbClr val="2A2620"/>
          </a:solidFill>
          <a:ln/>
        </p:spPr>
      </p:sp>
      <p:pic>
        <p:nvPicPr>
          <p:cNvPr id="23" name="Image 4" descr="/home/claude/waki-sushi-deck/icons/usert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5783580"/>
            <a:ext cx="502920" cy="50292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823960" y="4617720"/>
            <a:ext cx="0" cy="960120"/>
          </a:xfrm>
          <a:prstGeom prst="line">
            <a:avLst/>
          </a:prstGeom>
          <a:noFill/>
          <a:ln w="25400">
            <a:solidFill>
              <a:srgbClr val="2A262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452360" y="6492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Servicemitarbeiter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 Tawara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WAKI-SUSHI SNACKAUTOMAT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" name="Image 0" descr="/home/claude/waki-sushi-dec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64693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PROJEKTVORSTELLUNG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 in Python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211E1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14884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produkt.py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697480" y="214884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 &amp; Getränke (Basis + Subklassen)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211E18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92608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kunde.py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697480" y="292608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Kartenzahlungs- &amp; Bargeldlogik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370332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211E18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70332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snackautomat.py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697480" y="37033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Bestand, Ausgabe, Wechselgeld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6364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63640" y="214884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211E18"/>
          </a:solidFill>
          <a:ln/>
        </p:spPr>
      </p:sp>
      <p:sp>
        <p:nvSpPr>
          <p:cNvPr id="18" name="Text 15"/>
          <p:cNvSpPr/>
          <p:nvPr/>
        </p:nvSpPr>
        <p:spPr>
          <a:xfrm>
            <a:off x="6492240" y="214884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bank.py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686800" y="2148840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Kontostand prüfen &amp; Zahlung autorisieren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63640" y="292608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211E18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292608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uni_netzwerk.py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86800" y="2926080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Bestandsdaten empfangen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63640" y="370332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211E18"/>
          </a:solidFill>
          <a:ln/>
        </p:spPr>
      </p:sp>
      <p:sp>
        <p:nvSpPr>
          <p:cNvPr id="24" name="Text 21"/>
          <p:cNvSpPr/>
          <p:nvPr/>
        </p:nvSpPr>
        <p:spPr>
          <a:xfrm>
            <a:off x="6492240" y="370332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servicemitarbeiter.py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686800" y="3703320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vor Ort auffüllen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8640" y="4709160"/>
            <a:ext cx="11018520" cy="1051560"/>
          </a:xfrm>
          <a:prstGeom prst="roundRect">
            <a:avLst>
              <a:gd name="adj" fmla="val 8696"/>
            </a:avLst>
          </a:prstGeom>
          <a:solidFill>
            <a:srgbClr val="2A2620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470916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Beziehung statt Vererbung: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Snackautomat „ist“ kein Essen — er „hat“ Essen und Getränke im Bestand. Komposition/Aggregation statt Vererbungspfeil im Klassendiagramm.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WAKI-SUSHI SNACKAUTOMAT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" name="Image 0" descr="/home/claude/waki-sushi-dec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64693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PROJEKTVORSTELLUNG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Aufteilung im Team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211E18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C1272D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2194560"/>
            <a:ext cx="5349240" cy="457200"/>
          </a:xfrm>
          <a:prstGeom prst="rect">
            <a:avLst/>
          </a:prstGeom>
          <a:solidFill>
            <a:srgbClr val="C1272D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84708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AUFTEILUNG 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21031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68680" y="3081528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29718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 &amp; Getränke + Subklassen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3995928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38862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 &amp; Bank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4910328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48006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Kartenzahlungs-Flow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17373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211E18"/>
          </a:solidFill>
          <a:ln/>
        </p:spPr>
      </p:sp>
      <p:sp>
        <p:nvSpPr>
          <p:cNvPr id="18" name="Shape 15"/>
          <p:cNvSpPr/>
          <p:nvPr/>
        </p:nvSpPr>
        <p:spPr>
          <a:xfrm>
            <a:off x="6217920" y="173736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D9A441"/>
          </a:solidFill>
          <a:ln/>
        </p:spPr>
      </p:sp>
      <p:sp>
        <p:nvSpPr>
          <p:cNvPr id="19" name="Shape 16"/>
          <p:cNvSpPr/>
          <p:nvPr/>
        </p:nvSpPr>
        <p:spPr>
          <a:xfrm>
            <a:off x="6217920" y="2194560"/>
            <a:ext cx="5349240" cy="4572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0" name="Text 17"/>
          <p:cNvSpPr/>
          <p:nvPr/>
        </p:nvSpPr>
        <p:spPr>
          <a:xfrm>
            <a:off x="6537960" y="184708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AUFTEILUNG B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37960" y="21031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Jesse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6537960" y="3081528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3" name="Text 20"/>
          <p:cNvSpPr/>
          <p:nvPr/>
        </p:nvSpPr>
        <p:spPr>
          <a:xfrm>
            <a:off x="6812280" y="29718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Snackautomat-Grundgerüst (Bestand, Ausgabe)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537960" y="3995928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Text 22"/>
          <p:cNvSpPr/>
          <p:nvPr/>
        </p:nvSpPr>
        <p:spPr>
          <a:xfrm>
            <a:off x="6812280" y="38862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Uni-Netzwerk &amp; Servicemitarbeiter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37960" y="4910328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7" name="Text 24"/>
          <p:cNvSpPr/>
          <p:nvPr/>
        </p:nvSpPr>
        <p:spPr>
          <a:xfrm>
            <a:off x="6812280" y="48006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Bargeldzahlung + Servicecall / Auffüll-Logik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WAKI-SUSHI SNACKAUTOMAT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" name="Image 0" descr="/home/claude/waki-sushi-deck/icons/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64693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SCHWIERIGKEITEN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Fehler in den Diagrammen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211E18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691640"/>
            <a:ext cx="109728" cy="1024128"/>
          </a:xfrm>
          <a:prstGeom prst="roundRect">
            <a:avLst/>
          </a:prstGeom>
          <a:solidFill>
            <a:srgbClr val="C1272D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783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Vererbung statt Komposition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43400" y="178308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Essen/Getränke hingen per Vererbungspfeil am Snackautomat — semantisch falsch.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862072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211E18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2862072"/>
            <a:ext cx="109728" cy="1024128"/>
          </a:xfrm>
          <a:prstGeom prst="roundRect">
            <a:avLst/>
          </a:prstGeom>
          <a:solidFill>
            <a:srgbClr val="C1272D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95351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Tippfehler in Methodennamen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43400" y="2953512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„sting“, „enthnemen“, „anehmen“ statt string, entnehmen, annehmen.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032504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211E18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4032504"/>
            <a:ext cx="109728" cy="1024128"/>
          </a:xfrm>
          <a:prstGeom prst="roundRect">
            <a:avLst/>
          </a:prstGeom>
          <a:solidFill>
            <a:srgbClr val="C1272D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123944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Uneinheitliche Bezeichnungen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343400" y="4123944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 hieß Bargeld_ausgeben, Sequenzdiagramm sprach von „Wechselgeld ausgabe“.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202936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211E18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5202936"/>
            <a:ext cx="109728" cy="1024128"/>
          </a:xfrm>
          <a:prstGeom prst="roundRect">
            <a:avLst/>
          </a:prstGeom>
          <a:solidFill>
            <a:srgbClr val="C1272D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529437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Assoziation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343400" y="5294376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Uni-Netzwerk ruft im Sequenzdiagramm den Servicemitarbeiter an — im Klassendiagramm gibt's dafür gar keine Verbindung.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WAKI-SUSHI SNACKAUTOMAT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" name="Image 0" descr="/home/claude/waki-sushi-deck/icons/commentS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64693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SCHWIERIGKEITEN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Kommunikation &amp; Zeitdruck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211E18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8" name="Image 1" descr="/home/claude/waki-sushi-deck/icons/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11" y="2145411"/>
            <a:ext cx="326898" cy="3268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05740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Stille Post mit Stakeholdern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4400" y="288036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7"/>
          <p:cNvSpPr/>
          <p:nvPr/>
        </p:nvSpPr>
        <p:spPr>
          <a:xfrm>
            <a:off x="1170432" y="278892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wurden unkommentiert geändert — Methoden verschwanden oder tauchten neu auf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14400" y="384048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9"/>
          <p:cNvSpPr/>
          <p:nvPr/>
        </p:nvSpPr>
        <p:spPr>
          <a:xfrm>
            <a:off x="1170432" y="374904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Fragen: Wird Bargeld zu Wechselgeld? Wohin geht das Kartengeld?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1"/>
          <p:cNvSpPr/>
          <p:nvPr/>
        </p:nvSpPr>
        <p:spPr>
          <a:xfrm>
            <a:off x="1170432" y="470916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Sogar der Datentyp war strittig: Geld als int statt float — „Fehler bei der Korrektur, ist untergegangen“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63640" y="17373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211E18"/>
          </a:solidFill>
          <a:ln/>
        </p:spPr>
      </p:sp>
      <p:sp>
        <p:nvSpPr>
          <p:cNvPr id="17" name="Shape 13"/>
          <p:cNvSpPr/>
          <p:nvPr/>
        </p:nvSpPr>
        <p:spPr>
          <a:xfrm>
            <a:off x="6583680" y="2011680"/>
            <a:ext cx="594360" cy="59436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8" name="Image 2" descr="/home/claude/waki-sushi-deck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411" y="2145411"/>
            <a:ext cx="326898" cy="3268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0" y="205740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Netzplan war ein Minenfeld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629400" y="28346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Stunden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Person waren angesetzt —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Pfad im Netzplan war kritisch. Kein Puffer, keine Slack-Zeit.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629400" y="4023360"/>
            <a:ext cx="4617720" cy="1554480"/>
          </a:xfrm>
          <a:prstGeom prst="roundRect">
            <a:avLst>
              <a:gd name="adj" fmla="val 4706"/>
            </a:avLst>
          </a:prstGeom>
          <a:solidFill>
            <a:srgbClr val="2A2620"/>
          </a:solidFill>
          <a:ln/>
        </p:spPr>
      </p:sp>
      <p:sp>
        <p:nvSpPr>
          <p:cNvPr id="22" name="Text 17"/>
          <p:cNvSpPr/>
          <p:nvPr/>
        </p:nvSpPr>
        <p:spPr>
          <a:xfrm>
            <a:off x="6858000" y="4160520"/>
            <a:ext cx="4160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 → A2 → A3 → C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 → B2 → B3 → C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 → 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WAKI-SUSHI SNACKAUTOMAT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" name="Image 0" descr="/home/claude/waki-sushi-dec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64693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SCHWIERIGKEITEN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letzte Meile: Integration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211E18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8" name="Image 1" descr="/home/claude/waki-sushi-deck/icons/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65" y="2211705"/>
            <a:ext cx="377190" cy="3771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8803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Objekte zusammenführen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352044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kommen die fertigen Objekte aus essen.py und getraenke.py eigentlich in den Snackautomaten? Reicht ein weiteres dict, oder brauchen wir mehr Struktur?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25112" y="17830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211E18"/>
          </a:solidFill>
          <a:ln/>
        </p:spPr>
      </p:sp>
      <p:sp>
        <p:nvSpPr>
          <p:cNvPr id="12" name="Shape 8"/>
          <p:cNvSpPr/>
          <p:nvPr/>
        </p:nvSpPr>
        <p:spPr>
          <a:xfrm>
            <a:off x="4599432" y="2057400"/>
            <a:ext cx="685800" cy="68580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3" name="Image 2" descr="/home/claude/waki-sushi-deck/icons/git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737" y="2211705"/>
            <a:ext cx="377190" cy="3771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9432" y="28803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599432" y="352044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 Erfahrung im Team sorgte immer wieder für Bremsklötze — jede Unterbrechung für Erklärungen kostete Zeit, die eng geplant war.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01584" y="17830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211E18"/>
          </a:solidFill>
          <a:ln/>
        </p:spPr>
      </p:sp>
      <p:sp>
        <p:nvSpPr>
          <p:cNvPr id="17" name="Shape 12"/>
          <p:cNvSpPr/>
          <p:nvPr/>
        </p:nvSpPr>
        <p:spPr>
          <a:xfrm>
            <a:off x="8375904" y="2057400"/>
            <a:ext cx="685800" cy="68580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8" name="Image 3" descr="/home/claude/waki-sushi-deck/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209" y="2211705"/>
            <a:ext cx="377190" cy="3771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75904" y="28803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Keine echten Stand-Ups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375904" y="352044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feste Check-in-Routine liefen Absprachen eher zufällig — Fortschritt war schwer einzuschätzen.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WAKI-SUSHI SNACKAUTOMAT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" name="Image 0" descr="/home/claude/waki-sushi-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64693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LÖSUNGEN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wir es in den Griff bekommen haben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11E18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847088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8" name="Image 1" descr="/home/claude/waki-sushi-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00710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7647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Fehlerkatalog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480560" y="1764792"/>
            <a:ext cx="6903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Diagrammfehler tabellarisch erfasst — Fehler und Korrektur nebeneinander, klar dokumentiert und zurückgespielt.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788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11E18"/>
          </a:solidFill>
          <a:ln/>
        </p:spPr>
      </p:sp>
      <p:sp>
        <p:nvSpPr>
          <p:cNvPr id="12" name="Shape 8"/>
          <p:cNvSpPr/>
          <p:nvPr/>
        </p:nvSpPr>
        <p:spPr>
          <a:xfrm>
            <a:off x="777240" y="2944368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3" name="Image 2" descr="/home/claude/waki-sushi-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10438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286207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Frage-Antwort-Protokoll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480560" y="2862072"/>
            <a:ext cx="6903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offene Frage an die Stakeholder-Gruppe schriftlich festgehalten, inklusive Antwort — Nachvollziehbarkeit statt Flurfunk.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886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11E18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" y="4041648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8" name="Image 3" descr="/home/claude/waki-sushi-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201668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395935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Mindmap zur Klärung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480560" y="3959352"/>
            <a:ext cx="6903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Beginn gemeinsam eine Mindmap erstellt, um Systemgrenzen (wer kommuniziert mit wem) sauber zu klären.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11E18"/>
          </a:solidFill>
          <a:ln/>
        </p:spPr>
      </p:sp>
      <p:sp>
        <p:nvSpPr>
          <p:cNvPr id="22" name="Shape 16"/>
          <p:cNvSpPr/>
          <p:nvPr/>
        </p:nvSpPr>
        <p:spPr>
          <a:xfrm>
            <a:off x="777240" y="5138928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3" name="Image 4" descr="/home/claude/waki-sushi-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5298948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505663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Aufteilung A/B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480560" y="5056632"/>
            <a:ext cx="6903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Netzplan mit Meilensteinen je Person — parallele statt serielle Arbeit, wo es ging.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WAKI-SUSHI SNACKAUTOMAT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" name="Image 0" descr="/home/claude/waki-sushi-deck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64693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mitnehmen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11E18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8" name="Image 1" descr="/home/claude/waki-sushi-deck/icons/git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13512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842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Umgang mit Git(Hub)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7240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Bremsklotz zu Werkzeug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25112" y="17830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11E18"/>
          </a:solidFill>
          <a:ln/>
        </p:spPr>
      </p:sp>
      <p:sp>
        <p:nvSpPr>
          <p:cNvPr id="12" name="Shape 8"/>
          <p:cNvSpPr/>
          <p:nvPr/>
        </p:nvSpPr>
        <p:spPr>
          <a:xfrm>
            <a:off x="4553712" y="2011680"/>
            <a:ext cx="548640" cy="54864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3" name="Image 2" descr="/home/claude/waki-sushi-deck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156" y="213512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39512" y="19842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Team-Projektarbeit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53712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Aufteilen, abstimmen, zusammenführen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101584" y="17830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11E18"/>
          </a:solidFill>
          <a:ln/>
        </p:spPr>
      </p:sp>
      <p:sp>
        <p:nvSpPr>
          <p:cNvPr id="17" name="Shape 12"/>
          <p:cNvSpPr/>
          <p:nvPr/>
        </p:nvSpPr>
        <p:spPr>
          <a:xfrm>
            <a:off x="8330184" y="2011680"/>
            <a:ext cx="548640" cy="54864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8" name="Image 3" descr="/home/claude/waki-sushi-deck/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3628" y="213512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15984" y="19842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330184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Fehlerkataloge &amp; Protokolle zahlen sich aus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37033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11E18"/>
          </a:solidFill>
          <a:ln/>
        </p:spPr>
      </p:sp>
      <p:sp>
        <p:nvSpPr>
          <p:cNvPr id="22" name="Shape 16"/>
          <p:cNvSpPr/>
          <p:nvPr/>
        </p:nvSpPr>
        <p:spPr>
          <a:xfrm>
            <a:off x="777240" y="3931920"/>
            <a:ext cx="548640" cy="54864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23" name="Image 4" descr="/home/claude/waki-sushi-deck/icons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" y="4055364"/>
            <a:ext cx="301752" cy="3017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3904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Stand-Ups &amp; Meetings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77240" y="46177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schlägt Zufall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325112" y="37033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11E18"/>
          </a:solidFill>
          <a:ln/>
        </p:spPr>
      </p:sp>
      <p:sp>
        <p:nvSpPr>
          <p:cNvPr id="27" name="Shape 20"/>
          <p:cNvSpPr/>
          <p:nvPr/>
        </p:nvSpPr>
        <p:spPr>
          <a:xfrm>
            <a:off x="4553712" y="3931920"/>
            <a:ext cx="548640" cy="54864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28" name="Image 5" descr="/home/claude/waki-sushi-deck/icons/commentSla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7156" y="4055364"/>
            <a:ext cx="301752" cy="30175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39512" y="3904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53712" y="46177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Klären statt raten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WAKI-SUSHI SNACKAUTOMAT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" name="Image 0" descr="/home/claude/waki-sushi-deck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64693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künftig besser machen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211E1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92024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828800" y="196596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Realistischere Zeitplanung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94960" y="196596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 pro Person mit lauter kritischen Pfaden ist zu eng — Puffer statt Vollauslastung im Netzplan einplanen.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211E18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33756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828800" y="338328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Verbindliche Stand-Ups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94960" y="338328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Feste, kurze Check-ins statt spontaner Absprachen, damit Fortschritt und Blocker sichtbar bleiben.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211E18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75488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828800" y="480060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Änderungen nachvollziehbar machen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94960" y="480060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Diagramm-Versionierung mit Change-Log, wenn Stakeholder Methoden ändern — kein unkommentiertes Update mehr.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WAKI-SUSHI SNACKAUTOMAT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211E18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4937760"/>
            <a:ext cx="3200400" cy="320040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371600"/>
            <a:ext cx="1188720" cy="11887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5" name="Image 0" descr="/home/claude/waki-sushi-deck/icon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140" y="16687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80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 für die Aufmerksamkeit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Diskussion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4343400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7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Fragen, Kritik, eigene Erfahrungen mit Wechselgeld-Logik? Immer her damit.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3  ·  Jesse &amp; Tim  ·  IBB Wilhelmshaven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2026-07-22T20:30:56Z</dcterms:created>
  <dcterms:modified xsi:type="dcterms:W3CDTF">2026-07-22T20:30:56Z</dcterms:modified>
</cp:coreProperties>
</file>